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b90c5b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8b90c5b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b90c5bb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8b90c5b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8b90c5bb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8b90c5bb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8b90c5bb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8b90c5bb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8b90c5bb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8b90c5bb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b90c5bb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8b90c5bb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b90c5bb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b90c5bb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b90c5bb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8b90c5bb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b90c5bb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8b90c5bb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8b90c5bb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8b90c5bb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8b90c5bb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8b90c5bb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8b90c5bb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8b90c5bb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fldl.stanford.edu/tutorial/supervised/MultiLayerNeuralNetworks/#backpropagation_algorithm" TargetMode="External"/><Relationship Id="rId4" Type="http://schemas.openxmlformats.org/officeDocument/2006/relationships/hyperlink" Target="http://ufldl.stanford.edu/tutorial/supervised/MultiLayerNeuralNetworks/#backpropagation_algorith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NEURAIS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https://scikit-learn.org/stable/modules/neural_networks_supervised.html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 Perceptron Multicamadas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Perceptron Multicamadas (MLP) é um algoritmo de aprendizado supervisionado que aprende uma função treinando em um conjunto de dados, onde é o número de dimensões para entrada e é o número de dimensões para saída. Dado um conjunto de características e um alvo, ele pode aprender um aproximador de funções não-linear para classificação ou regressão. É diferente da regressão logística, pois entre a camada de entrada e a camada de saída, pode haver uma ou mais camadas não-lineares, chamadas camadas ocultas. A Figura 1 mostra um MLP com uma camada oculta e saída escalar.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748" y="0"/>
            <a:ext cx="47325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75" y="779825"/>
            <a:ext cx="75057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Classificaç</a:t>
            </a:r>
            <a:r>
              <a:rPr lang="pt-BR"/>
              <a:t>ão</a:t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A classe </a:t>
            </a:r>
            <a:r>
              <a:rPr lang="pt-B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MLPClassifier</a:t>
            </a:r>
            <a:r>
              <a:rPr lang="pt-BR" sz="1100">
                <a:solidFill>
                  <a:schemeClr val="dk1"/>
                </a:solidFill>
              </a:rPr>
              <a:t> implementa um algoritmo de perceptron multicamadas (MLP) que treina usando</a:t>
            </a:r>
            <a:r>
              <a:rPr lang="pt-BR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hlinkClick r:id="rId4"/>
              </a:rPr>
              <a:t>Retropropagação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O MLP treina em dois arrays: array X de tamanho (n_samples, n_features), que contém as amostras de treinamento representadas como vetores de características em ponto flutuante; e array y de tamanho (n_samples,), que contém os valores alvo (rótulos de classe) para as amostras de treinamento: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from sklearn.neural_network import MLPClassifier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X = [[0., 0.], [1., 1.]]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y = [0, 1]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clf = MLPClassifier(solver='lbfgs', alpha=1e-5,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                    hidden_layer_sizes=(5, 2), random_state=1)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clf.fit(X, y)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25" y="1204900"/>
            <a:ext cx="782955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8" y="385763"/>
            <a:ext cx="7858125" cy="43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938" y="75625"/>
            <a:ext cx="7096125" cy="47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023938"/>
            <a:ext cx="716280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113" y="1338263"/>
            <a:ext cx="7343775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788" y="352000"/>
            <a:ext cx="7210425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13" y="160075"/>
            <a:ext cx="65055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4125" y="2200275"/>
            <a:ext cx="40957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5250" y="3078425"/>
            <a:ext cx="384810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6325" y="4061350"/>
            <a:ext cx="3951342" cy="9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75" y="152400"/>
            <a:ext cx="652465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